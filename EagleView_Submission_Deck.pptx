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29B6F6"/>
                </a:solidFill>
              </a:defRPr>
            </a:pPr>
            <a:r>
              <a:t>EagleView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AI-Powered Supply Chain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B0"/>
                </a:solidFill>
              </a:defRPr>
            </a:pPr>
            <a:r>
              <a:t>Governed ontology + multi-agent analytics on 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B0"/>
                </a:solidFill>
              </a:defRPr>
            </a:pPr>
            <a:r>
              <a:t>Snowflake Hackathon 2026  |  Built entirely with CoCo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256032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6F6"/>
                </a:solidFill>
              </a:defRPr>
            </a:pPr>
            <a:r>
              <a:t>What business problem does this solve?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Supply chain data is scattered across ERP, logistics, supplier, and IoT systems with inconsistent definitions.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The same question — "What is our on-time delivery rate?" — yields different answers across teams because each team queries different tables with different SQL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120640" cy="256032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6F6"/>
                </a:solidFill>
              </a:defRPr>
            </a:pPr>
            <a:r>
              <a:t>Who is the target user?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Planning teams — demand forecasting, inventory optimization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Procurement teams — supplier evaluation, cost analysis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Logistics teams — shipment tracking, delivery performance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Finance teams — landed cost, budget variance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37744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Current pain point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No shared metric definitions across teams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Manual SQL writing with no governance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Weeks to onboard new data sources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No single source of truth for supply chain KPIs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023360"/>
            <a:ext cx="5120640" cy="237744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</a:defRPr>
            </a:pPr>
            <a:r>
              <a:t>How EagleView improves it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Governed ontology with canonical metric definitions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Semantic views + verified queries = same answer every time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AI-powered ingestion: minutes, not weeks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Natural language queries grounded in shared definitions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11430000" cy="91440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BB6A"/>
                </a:solidFill>
              </a:defRPr>
            </a:pPr>
            <a: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ERP Systems    |    Logistics Platforms    |    Supplier Databases    |    IoT Devices    |    Spreadsheets (CSV / Excel / JSON)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11430000" cy="109728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B6F6"/>
                </a:solidFill>
              </a:defRPr>
            </a:pPr>
            <a:r>
              <a:t>INGESTION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</a:defRPr>
            </a:pPr>
            <a:r>
              <a:t>File Upload → Orchestrator LLM</a:t>
            </a:r>
            <a:br/>
            <a:r>
              <a:t>(splits columns across domains)</a:t>
            </a:r>
            <a:br/>
            <a:r>
              <a:t>→ Per-Domain Classification</a:t>
            </a:r>
            <a:br/>
            <a:r>
              <a:t>→ Human Review → MERGE Upsert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06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</a:defRPr>
            </a:pPr>
            <a:r>
              <a:t>Cortex COMPLETE (llama3.1-70b)</a:t>
            </a:r>
            <a:br/>
            <a:r>
              <a:t>Multi-domain orchestrator</a:t>
            </a:r>
            <a:br/>
            <a:r>
              <a:t>Schema evolution (isNewColumn)</a:t>
            </a:r>
            <a:br/>
            <a:r>
              <a:t>MERGE-based PK dedup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</a:defRPr>
            </a:pPr>
            <a:r>
              <a:t>12 Domain Agents (Cortex)</a:t>
            </a:r>
            <a:br/>
            <a:r>
              <a:t>Two-tier recursion guard</a:t>
            </a:r>
            <a:br/>
            <a:r>
              <a:t>Tool-calling: MergeDomainTable</a:t>
            </a:r>
            <a:br/>
            <a:r>
              <a:t>RunDomainQuery, AskAnotherAgent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520440"/>
            <a:ext cx="5486400" cy="146304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B6F6"/>
                </a:solidFill>
              </a:defRPr>
            </a:pPr>
            <a:r>
              <a:t>SNOWFLAKE 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</a:defRPr>
            </a:pPr>
            <a:r>
              <a:t>Base Tables (11)</a:t>
            </a:r>
            <a:br/>
            <a:r>
              <a:t>SUPPLIER · PLANT · PARTS</a:t>
            </a:r>
            <a:br/>
            <a:r>
              <a:t>PO · ORDER · DELIVERY</a:t>
            </a:r>
            <a:br/>
            <a:r>
              <a:t>CUSTOMER · PRODUCT</a:t>
            </a:r>
            <a:br/>
            <a:r>
              <a:t>INVENTORY · FINANCIAL</a:t>
            </a:r>
            <a:br/>
            <a:r>
              <a:t>INBOUND SHIPMENT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931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BB6A"/>
                </a:solidFill>
              </a:defRPr>
            </a:pPr>
            <a:r>
              <a:t>Dynamic Tables (5)</a:t>
            </a:r>
            <a:br/>
            <a:r>
              <a:t>SC_OTD_METRICS</a:t>
            </a:r>
            <a:br/>
            <a:r>
              <a:t>SC_FILL_RATE</a:t>
            </a:r>
            <a:br/>
            <a:r>
              <a:t>SC_INVENTORY_POSITION</a:t>
            </a:r>
            <a:br/>
            <a:r>
              <a:t>SC_LANDED_COST</a:t>
            </a:r>
            <a:br/>
            <a:r>
              <a:t>SC_SUPPLIER_SCORECARD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520440"/>
            <a:ext cx="5486400" cy="146304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B6F6"/>
                </a:solidFill>
              </a:defRPr>
            </a:pPr>
            <a:r>
              <a:t>SEMANTIC VIEW: SC_SUPPLY_CHAIN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Entities: Supplier → Part → Plant → Shipment → Order → Customer</a:t>
            </a:r>
            <a:br/>
            <a:r>
              <a:t>Relationships: 5 governed join paths</a:t>
            </a:r>
            <a:br/>
            <a:r>
              <a:t>Verified Queries: 9 canonical metric definitions</a:t>
            </a:r>
            <a:br/>
            <a:r>
              <a:t>→ OTD%, Fill Rate, DOI, Landed Cost, Supplier Scorecard</a:t>
            </a:r>
            <a:br/>
            <a:r>
              <a:t>→ Same SQL every time, regardless of who 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212080"/>
            <a:ext cx="5486400" cy="128016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BB6A"/>
                </a:solidFill>
              </a:defRPr>
            </a:pPr>
            <a:r>
              <a:t>GOVERNED PATH (Metric Questions)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Cortex Analyst → Semantic View → Verified Queries</a:t>
            </a:r>
            <a:br/>
            <a:r>
              <a:t>Same answer for Planning, Procurement, Logistics</a:t>
            </a:r>
            <a:br/>
            <a:r>
              <a:t>Persona-aware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212080"/>
            <a:ext cx="5486400" cy="128016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</a:defRPr>
            </a:pPr>
            <a:r>
              <a:t>EXPLORATORY PATH (Ad-hoc Questions)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623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12 Domain Agents write their own SQL</a:t>
            </a:r>
            <a:br/>
            <a:r>
              <a:t>Cross-domain via AskAnotherAgent (1-hop max)</a:t>
            </a:r>
            <a:br/>
            <a:r>
              <a:t>SQL validation + defense-in-depth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</a:defRPr>
            </a:pPr>
            <a:r>
              <a:t>Supply Chain Ontology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6400800" cy="22860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6F6"/>
                </a:solidFill>
              </a:defRPr>
            </a:pPr>
            <a:r>
              <a:t>Entity-Relationship Model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Supplier ──1:N──▶ Part ──N:M──▶ Plant (via Inventory)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     │                    │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     │                  1:N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     ▼                    ▼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Purchase Order ──▶ Inbound Shipment ──▶ Plant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     │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     ▼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  Order ──1:1──▶ Delivery ──▶ 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097280"/>
            <a:ext cx="4023360" cy="22860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</a:defRPr>
            </a:pPr>
            <a:r>
              <a:t>Canonical Metrics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OTD% = delivered_on_time / total_delivered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Fill Rate = shipped_qty / requested_qty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DOI = qty_on_hand / avg_daily_usage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Landed Cost = unit_cost + freight + duty + insurance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Supplier OTIF = on_time_and_full / total_POs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B0B0B0"/>
                </a:solidFill>
              </a:defRPr>
            </a:pPr>
            <a:r>
              <a:t>Each metric is locked in a verified query —</a:t>
            </a:r>
          </a:p>
          <a:p>
            <a:pPr>
              <a:spcBef>
                <a:spcPts val="600"/>
              </a:spcBef>
              <a:defRPr sz="1200" b="0">
                <a:solidFill>
                  <a:srgbClr val="29B6F6"/>
                </a:solidFill>
              </a:defRPr>
            </a:pPr>
            <a:r>
              <a:t>same SQL, every time, every persona.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Live KPIs from Dynamic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2468880" cy="13716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9B6F6"/>
                </a:solidFill>
              </a:defRPr>
            </a:pPr>
            <a:r>
              <a:t>78.87%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834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</a:defRPr>
            </a:pPr>
            <a:r>
              <a:t>On-Time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206240"/>
            <a:ext cx="2468880" cy="13716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4343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BB6A"/>
                </a:solidFill>
              </a:defRPr>
            </a:pPr>
            <a:r>
              <a:t>92.10%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9834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</a:defRPr>
            </a:pPr>
            <a:r>
              <a:t>Fill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06240"/>
            <a:ext cx="2468880" cy="13716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343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A726"/>
                </a:solidFill>
              </a:defRPr>
            </a:pPr>
            <a:r>
              <a:t>3.3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9834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</a:defRPr>
            </a:pPr>
            <a:r>
              <a:t>Avg Days of Inventory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4206240"/>
            <a:ext cx="2468880" cy="13716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4343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F5350"/>
                </a:solidFill>
              </a:defRPr>
            </a:pPr>
            <a:r>
              <a:t>₹2,837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9834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</a:defRPr>
            </a:pPr>
            <a:r>
              <a:t>Avg Landed Cost/Unit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789920" cy="82296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8521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6F6"/>
                </a:solidFill>
              </a:defRPr>
            </a:pPr>
            <a:r>
              <a:t>Persona Consistency Proof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Same question — "What is overall OTD%?" — asked by Planning, Procurement, and Logistics → identical result (78.87%) every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</a:defRPr>
            </a:pPr>
            <a:r>
              <a:t>CoCo Usage Across Full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743200" cy="50292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</a:defRPr>
            </a:pPr>
            <a:r>
              <a:t>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Codebase architecture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756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Gap identification vs hackathon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5973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Implementation plan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4378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Entity-relationship model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743200" cy="50292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Synthetic data generation (81K+ rows)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756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Semantic view YAML authoring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5973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Dynamic table SQL creation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4378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Domain agent setup (24 agents)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27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Query pipeline Cortex Analyst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Streamlit SC Command Center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9959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Frontend persona selector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097280"/>
            <a:ext cx="2743200" cy="50292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</a:defRPr>
            </a:pPr>
            <a:r>
              <a:t>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SQL execution against Snowflake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0756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Data loading (PUT + COPY INTO)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45973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Agent creation via DATA_AGENT_RUN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84378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Semantic view deployment (sv-deploy)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227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Git commit and push to GitHub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097280"/>
            <a:ext cx="2743200" cy="50292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</a:defRPr>
            </a:pPr>
            <a:r>
              <a:t>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Canonical metric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0756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Agent response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45973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Persona consistency 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84378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Dynamic table refresh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</a:defRPr>
            </a:pPr>
            <a:r>
              <a:t>Reusable CoCo Skills:  eagleview (243 lines, full architecture)  •  sc-metrics (113 lines, canonical metric definitions — shareable across teams)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</a:defRPr>
            </a:pPr>
            <a:r>
              <a:t>Impact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27432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</a:defRPr>
            </a:pPr>
            <a:r>
              <a:t>Measurable Outcomes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66BB6A"/>
                </a:solidFill>
              </a:defRPr>
            </a:pPr>
            <a:r>
              <a:t>Data onboarding: weeks → minutes</a:t>
            </a:r>
          </a:p>
          <a:p>
            <a:pPr>
              <a:spcBef>
                <a:spcPts val="600"/>
              </a:spcBef>
              <a:defRPr sz="1100" b="0">
                <a:solidFill>
                  <a:srgbClr val="B0B0B0"/>
                </a:solidFill>
              </a:defRPr>
            </a:pPr>
            <a:r>
              <a:t>AI orchestrator auto-classifies and routes data to the right domain tables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66BB6A"/>
                </a:solidFill>
              </a:defRPr>
            </a:pPr>
            <a:r>
              <a:t>Metric consistency: 0% → 100%</a:t>
            </a:r>
          </a:p>
          <a:p>
            <a:pPr>
              <a:spcBef>
                <a:spcPts val="600"/>
              </a:spcBef>
              <a:defRPr sz="1100" b="0">
                <a:solidFill>
                  <a:srgbClr val="B0B0B0"/>
                </a:solidFill>
              </a:defRPr>
            </a:pPr>
            <a:r>
              <a:t>Verified queries guarantee identical results across all personas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66BB6A"/>
                </a:solidFill>
              </a:defRPr>
            </a:pPr>
            <a:r>
              <a:t>Query time: hours → seconds</a:t>
            </a:r>
          </a:p>
          <a:p>
            <a:pPr>
              <a:spcBef>
                <a:spcPts val="600"/>
              </a:spcBef>
              <a:defRPr sz="1100" b="0">
                <a:solidFill>
                  <a:srgbClr val="B0B0B0"/>
                </a:solidFill>
              </a:defRPr>
            </a:pPr>
            <a:r>
              <a:t>Natural language questions answered by governed semantic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097280"/>
            <a:ext cx="3474720" cy="27432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1234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</a:defRPr>
            </a:pPr>
            <a:r>
              <a:t>Scalability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Add new domains without code changes</a:t>
            </a:r>
          </a:p>
          <a:p>
            <a:pPr>
              <a:spcBef>
                <a:spcPts val="600"/>
              </a:spcBef>
              <a:defRPr sz="1100" b="0">
                <a:solidFill>
                  <a:srgbClr val="B0B0B0"/>
                </a:solidFill>
              </a:defRPr>
            </a:pPr>
            <a:r>
              <a:t>Just add an entry to domain_agents.py and rerun setup — N is not fixed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Dynamic tables auto-refresh</a:t>
            </a:r>
          </a:p>
          <a:p>
            <a:pPr>
              <a:spcBef>
                <a:spcPts val="600"/>
              </a:spcBef>
              <a:defRPr sz="1100" b="0">
                <a:solidFill>
                  <a:srgbClr val="B0B0B0"/>
                </a:solidFill>
              </a:defRPr>
            </a:pPr>
            <a:r>
              <a:t>TARGET_LAG = 1 hour — metrics stay fresh as data lands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Multi-surface access</a:t>
            </a:r>
          </a:p>
          <a:p>
            <a:pPr>
              <a:spcBef>
                <a:spcPts val="600"/>
              </a:spcBef>
              <a:defRPr sz="1100" b="0">
                <a:solidFill>
                  <a:srgbClr val="B0B0B0"/>
                </a:solidFill>
              </a:defRPr>
            </a:pPr>
            <a:r>
              <a:t>React, Streamlit, MCP — same backend, same governed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097280"/>
            <a:ext cx="3474720" cy="27432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234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</a:defRPr>
            </a:pPr>
            <a:r>
              <a:t>Beyond the Demo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Any industry ontology</a:t>
            </a:r>
          </a:p>
          <a:p>
            <a:pPr>
              <a:spcBef>
                <a:spcPts val="600"/>
              </a:spcBef>
              <a:defRPr sz="1100" b="0">
                <a:solidFill>
                  <a:srgbClr val="B0B0B0"/>
                </a:solidFill>
              </a:defRPr>
            </a:pPr>
            <a:r>
              <a:t>Healthcare, financial services, retail — same pattern: define entities, encode as semantic views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Enterprise-grade RBAC</a:t>
            </a:r>
          </a:p>
          <a:p>
            <a:pPr>
              <a:spcBef>
                <a:spcPts val="600"/>
              </a:spcBef>
              <a:defRPr sz="1100" b="0">
                <a:solidFill>
                  <a:srgbClr val="B0B0B0"/>
                </a:solidFill>
              </a:defRPr>
            </a:pPr>
            <a:r>
              <a:t>Per-user schema isolation via Snowflake native RBAC + EXECUTE AS CALLER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Reusable CoCo skills</a:t>
            </a:r>
          </a:p>
          <a:p>
            <a:pPr>
              <a:spcBef>
                <a:spcPts val="600"/>
              </a:spcBef>
              <a:defRPr sz="1100" b="0">
                <a:solidFill>
                  <a:srgbClr val="B0B0B0"/>
                </a:solidFill>
              </a:defRPr>
            </a:pPr>
            <a:r>
              <a:t>sc-metrics skill is shareable — any team can use canonical SC metric definitions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789920" cy="22860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</a:defRPr>
            </a:pPr>
            <a:r>
              <a:t>Key Innovation: Dual-Path Architecture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66BB6A"/>
                </a:solidFill>
              </a:defRPr>
            </a:pPr>
            <a:r>
              <a:t>Governed Path: Canonical metric questions → Cortex Analyst → Semantic View → Verified Query → deterministic SQL</a:t>
            </a:r>
          </a:p>
          <a:p>
            <a:pPr>
              <a:spcBef>
                <a:spcPts val="600"/>
              </a:spcBef>
              <a:defRPr sz="1400" b="0">
                <a:solidFill>
                  <a:srgbClr val="FFA726"/>
                </a:solidFill>
              </a:defRPr>
            </a:pPr>
            <a:r>
              <a:t>Exploratory Path: Ad-hoc questions → Domain Agents → freestyle SQL → AskAnotherAgent for cross-domain → SQL validation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No other solution offers both governed consistency AND flexible exploration in one platform.</a:t>
            </a:r>
          </a:p>
          <a:p>
            <a:pPr>
              <a:spcBef>
                <a:spcPts val="600"/>
              </a:spcBef>
              <a:defRPr sz="1300" b="0">
                <a:solidFill>
                  <a:srgbClr val="B0B0B0"/>
                </a:solidFill>
              </a:defRPr>
            </a:pPr>
            <a:r>
              <a:t>Runtime relationship discovery for unknown data + semantic view governance for canonical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89920" cy="384048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241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B6F6"/>
                </a:solidFill>
              </a:defRPr>
            </a:pPr>
            <a:r>
              <a:t>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2412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Snowflake Cortex COMPLETE (llama3.1-70b)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44752"/>
            <a:ext cx="10789920" cy="384048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B6F6"/>
                </a:solidFill>
              </a:defRPr>
            </a:pPr>
            <a:r>
              <a:t>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46304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24 Cortex Agents (12 primary + 12 sub) via DATA_AGENT_RUN()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83664"/>
            <a:ext cx="10789920" cy="384048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B6F6"/>
                </a:solidFill>
              </a:defRPr>
            </a:pPr>
            <a:r>
              <a:t>Governed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0195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Cortex Analyst + Semantic View with 9 Verified Queries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22576"/>
            <a:ext cx="10789920" cy="384048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408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B6F6"/>
                </a:solidFill>
              </a:defRPr>
            </a:pPr>
            <a:r>
              <a:t>Derived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4086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5 Dynamic Tables (TARGET_LAG = 1 hour)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61488"/>
            <a:ext cx="10789920" cy="384048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B6F6"/>
                </a:solidFill>
              </a:defRPr>
            </a:pPr>
            <a:r>
              <a:t>Data Loading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77977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MERGE-based upserts with PK deduplication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00400"/>
            <a:ext cx="10789920" cy="384048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186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B6F6"/>
                </a:solidFill>
              </a:defRPr>
            </a:pPr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21868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FastAPI (Python) on Render — routers import sf_lib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39312"/>
            <a:ext cx="10789920" cy="384048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657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B6F6"/>
                </a:solidFill>
              </a:defRPr>
            </a:pPr>
            <a: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65760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React + TypeScript + Recharts on Vercel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78224"/>
            <a:ext cx="10789920" cy="384048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9651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B6F6"/>
                </a:solidFill>
              </a:defRPr>
            </a:pPr>
            <a:r>
              <a:t>Streamlit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096511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Streamlit-in-Snowflake (3 pages: Onboard, Dashboard, SC Command Center)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517136"/>
            <a:ext cx="10789920" cy="384048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3542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B6F6"/>
                </a:solidFill>
              </a:defRPr>
            </a:pPr>
            <a:r>
              <a:t>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535423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MCP server with 2 tools (upload_data, ask_question)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956048"/>
            <a:ext cx="10789920" cy="384048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743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B6F6"/>
                </a:solidFill>
              </a:defRPr>
            </a:pPr>
            <a:r>
              <a:t>CoCo Skills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97433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2 reusable skills: eagleview (architecture) + sc-metrics (metric definitions)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94960"/>
            <a:ext cx="10789920" cy="384048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13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B6F6"/>
                </a:solidFill>
              </a:defRPr>
            </a:pPr>
            <a:r>
              <a:t>RBAC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41324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Per-user schema isolation, EXECUTE AS CALLER, SQL validation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833871"/>
            <a:ext cx="10789920" cy="384048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5215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B6F6"/>
                </a:solidFill>
              </a:defRPr>
            </a:pPr>
            <a:r>
              <a:t>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852159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11 base tables, 81K+ rows, referentially consistent synthetic SC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</a:defRPr>
            </a:pPr>
            <a:r>
              <a:t>Demo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1828800" cy="32004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280160"/>
            <a:ext cx="640080" cy="640080"/>
          </a:xfrm>
          <a:prstGeom prst="ellipse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9B6F6"/>
                </a:solidFill>
              </a:defRPr>
            </a:pPr>
            <a:r>
              <a:t>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</a:defRPr>
            </a:pPr>
            <a:r>
              <a:t>Drop a supply chain CSV</a:t>
            </a:r>
            <a:br/>
            <a:r>
              <a:t>Orchestrator routes to domains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097280"/>
            <a:ext cx="1828800" cy="32004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80360" y="1280160"/>
            <a:ext cx="640080" cy="640080"/>
          </a:xfrm>
          <a:prstGeom prst="ellipse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103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9B6F6"/>
                </a:solidFill>
              </a:defRPr>
            </a:pPr>
            <a: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5603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</a:defRPr>
            </a:pPr>
            <a:r>
              <a:t>Tabbed schema per domain</a:t>
            </a:r>
            <a:br/>
            <a:r>
              <a:t>Human confirms mappings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097280"/>
            <a:ext cx="1828800" cy="32004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00600" y="1280160"/>
            <a:ext cx="640080" cy="64008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103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BB6A"/>
                </a:solidFill>
              </a:defRPr>
            </a:pPr>
            <a:r>
              <a:t>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603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</a:defRPr>
            </a:pPr>
            <a:r>
              <a:t>Agents CREATE/ALTER tables</a:t>
            </a:r>
            <a:br/>
            <a:r>
              <a:t>MERGE upsert loads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097280"/>
            <a:ext cx="1828800" cy="32004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0840" y="1280160"/>
            <a:ext cx="640080" cy="64008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03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BB6A"/>
                </a:solidFill>
              </a:defRPr>
            </a:pPr>
            <a:r>
              <a:t>KPIs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5603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</a:defRPr>
            </a:pPr>
            <a:r>
              <a:t>Dynamic tables compute</a:t>
            </a:r>
            <a:br/>
            <a:r>
              <a:t>OTD, Fill Rate, DOI, Landed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097280"/>
            <a:ext cx="1828800" cy="32004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41080" y="1280160"/>
            <a:ext cx="640080" cy="64008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103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726"/>
                </a:solidFill>
              </a:defRPr>
            </a:pPr>
            <a:r>
              <a:t>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5603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</a:defRPr>
            </a:pPr>
            <a:r>
              <a:t>Natural language question</a:t>
            </a:r>
            <a:br/>
            <a:r>
              <a:t>Cortex Analyst or Domain 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1097280"/>
            <a:ext cx="1828800" cy="320040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61320" y="1280160"/>
            <a:ext cx="640080" cy="64008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2103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726"/>
                </a:solidFill>
              </a:defRPr>
            </a:pPr>
            <a:r>
              <a:t>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25603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</a:defRPr>
            </a:pPr>
            <a:r>
              <a:t>Same metric, 3 personas</a:t>
            </a:r>
            <a:br/>
            <a:r>
              <a:t>Identical results side-by-side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54880"/>
            <a:ext cx="10789920" cy="164592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89204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</a:defRPr>
            </a:pPr>
            <a:r>
              <a:t>Access the Platform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</a:defRPr>
            </a:pPr>
            <a:r>
              <a:t>Frontend (React):  https://eagle-view-ten.vercel.app/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</a:defRPr>
            </a:pPr>
            <a:r>
              <a:t>Backend (FastAPI):  Deployed on Render (auto-deploys from GitHub)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</a:defRPr>
            </a:pPr>
            <a:r>
              <a:t>Streamlit:  EGLE_VIEW.PUBLIC.DATAMIND (Snowflake-in-Snowflake)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</a:defRPr>
            </a:pPr>
            <a:r>
              <a:t>GitHub:  https://github.com/Devraj326/EagleView (branch: docs/update-readme)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9B6F6"/>
                </a:solidFill>
              </a:defRPr>
            </a:pPr>
            <a:r>
              <a:t>EagleView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Runtime flexibility for unknown data</a:t>
            </a:r>
            <a:br/>
            <a:r>
              <a:t>+ Governed consistency for canonical metrics</a:t>
            </a:r>
            <a:br/>
            <a:r>
              <a:t>= One trustworthy answer for every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B0"/>
                </a:solidFill>
              </a:defRPr>
            </a:pPr>
            <a:r>
              <a:t>Built entirely with Snowflake CoCo  •  Cortex Agents  •  Cortex Analyst  •  Semantic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9B6F6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